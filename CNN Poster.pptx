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  <p:sldMasterId id="2147483658" r:id="rId5"/>
  </p:sldMasterIdLst>
  <p:notesMasterIdLst>
    <p:notesMasterId r:id="rId6"/>
  </p:notesMasterIdLst>
  <p:sldIdLst>
    <p:sldId id="256" r:id="rId7"/>
  </p:sldIdLst>
  <p:sldSz cy="32918400" cx="43891200"/>
  <p:notesSz cx="9144000" cy="6858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0368">
          <p15:clr>
            <a:srgbClr val="A4A3A4"/>
          </p15:clr>
        </p15:guide>
        <p15:guide id="2" pos="13824">
          <p15:clr>
            <a:srgbClr val="A4A3A4"/>
          </p15:clr>
        </p15:guide>
      </p15:sldGuideLst>
    </p:ext>
    <p:ext uri="GoogleSlidesCustomDataVersion2">
      <go:slidesCustomData xmlns:go="http://customooxmlschemas.google.com/" r:id="rId8" roundtripDataSignature="AMtx7mjl6mlOgZw9EaJRxWv3NmkxWhRD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0368" orient="horz"/>
        <p:guide pos="13824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5179484" y="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5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87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b="0" i="0" lang="en-US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0" i="0" sz="1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97b107d5e8_3_33:notes"/>
          <p:cNvSpPr/>
          <p:nvPr>
            <p:ph idx="2" type="sldImg"/>
          </p:nvPr>
        </p:nvSpPr>
        <p:spPr>
          <a:xfrm>
            <a:off x="2857500" y="514350"/>
            <a:ext cx="3429000" cy="257175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7" name="Google Shape;77;g397b107d5e8_3_33:notes"/>
          <p:cNvSpPr txBox="1"/>
          <p:nvPr>
            <p:ph idx="1" type="body"/>
          </p:nvPr>
        </p:nvSpPr>
        <p:spPr>
          <a:xfrm>
            <a:off x="914400" y="3257550"/>
            <a:ext cx="73152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/>
              <a:t>Note: font size prefer to be 36pts and above</a:t>
            </a:r>
            <a:endParaRPr sz="3000"/>
          </a:p>
        </p:txBody>
      </p:sp>
      <p:sp>
        <p:nvSpPr>
          <p:cNvPr id="78" name="Google Shape;78;g397b107d5e8_3_33:notes"/>
          <p:cNvSpPr txBox="1"/>
          <p:nvPr>
            <p:ph idx="12" type="sldNum"/>
          </p:nvPr>
        </p:nvSpPr>
        <p:spPr>
          <a:xfrm>
            <a:off x="5179484" y="6513910"/>
            <a:ext cx="39624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ctrTitle"/>
          </p:nvPr>
        </p:nvSpPr>
        <p:spPr>
          <a:xfrm>
            <a:off x="3291840" y="10226042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3"/>
          <p:cNvSpPr txBox="1"/>
          <p:nvPr>
            <p:ph idx="1" type="subTitle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rgbClr val="898989"/>
              </a:buClr>
              <a:buSzPts val="13400"/>
              <a:buNone/>
              <a:defRPr>
                <a:solidFill>
                  <a:srgbClr val="898989"/>
                </a:solidFill>
              </a:defRPr>
            </a:lvl1pPr>
            <a:lvl2pPr lvl="1" algn="ctr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rgbClr val="898989"/>
              </a:buClr>
              <a:buSzPts val="11500"/>
              <a:buNone/>
              <a:defRPr>
                <a:solidFill>
                  <a:srgbClr val="898989"/>
                </a:solidFill>
              </a:defRPr>
            </a:lvl2pPr>
            <a:lvl3pPr lvl="2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3pPr>
            <a:lvl4pPr lvl="3" algn="ctr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4pPr>
            <a:lvl5pPr lvl="4" algn="ctr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5pPr>
            <a:lvl6pPr lvl="5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6pPr>
            <a:lvl7pPr lvl="6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7pPr>
            <a:lvl8pPr lvl="7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8pPr>
            <a:lvl9pPr lvl="8" algn="ctr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342900" lvl="0" marL="457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467101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Arial"/>
              <a:buNone/>
              <a:defRPr b="1" sz="19200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467101" y="13952226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 sz="9700">
                <a:solidFill>
                  <a:srgbClr val="898989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 sz="8700">
                <a:solidFill>
                  <a:srgbClr val="898989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rgbClr val="898989"/>
              </a:buClr>
              <a:buSzPts val="7700"/>
              <a:buNone/>
              <a:defRPr sz="7700">
                <a:solidFill>
                  <a:srgbClr val="898989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21945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  <p:sp>
        <p:nvSpPr>
          <p:cNvPr id="24" name="Google Shape;24;p6"/>
          <p:cNvSpPr txBox="1"/>
          <p:nvPr>
            <p:ph idx="2" type="body"/>
          </p:nvPr>
        </p:nvSpPr>
        <p:spPr>
          <a:xfrm>
            <a:off x="223113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2194562" y="7368543"/>
            <a:ext cx="19392903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2194562" y="10439401"/>
            <a:ext cx="19392903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  <p:sp>
        <p:nvSpPr>
          <p:cNvPr id="29" name="Google Shape;29;p7"/>
          <p:cNvSpPr txBox="1"/>
          <p:nvPr>
            <p:ph idx="3" type="body"/>
          </p:nvPr>
        </p:nvSpPr>
        <p:spPr>
          <a:xfrm>
            <a:off x="22296123" y="7368543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30" name="Google Shape;30;p7"/>
          <p:cNvSpPr txBox="1"/>
          <p:nvPr>
            <p:ph idx="4" type="body"/>
          </p:nvPr>
        </p:nvSpPr>
        <p:spPr>
          <a:xfrm>
            <a:off x="22296123" y="10439401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lnSpc>
                <a:spcPct val="100000"/>
              </a:lnSpc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0"/>
          <p:cNvSpPr txBox="1"/>
          <p:nvPr>
            <p:ph type="title"/>
          </p:nvPr>
        </p:nvSpPr>
        <p:spPr>
          <a:xfrm>
            <a:off x="2194563" y="1310640"/>
            <a:ext cx="14439903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0"/>
          <p:cNvSpPr txBox="1"/>
          <p:nvPr>
            <p:ph idx="1" type="body"/>
          </p:nvPr>
        </p:nvSpPr>
        <p:spPr>
          <a:xfrm>
            <a:off x="17160240" y="1310644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206500" lvl="0" marL="457200" algn="l">
              <a:lnSpc>
                <a:spcPct val="100000"/>
              </a:lnSpc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Char char="•"/>
              <a:defRPr sz="15400"/>
            </a:lvl1pPr>
            <a:lvl2pPr indent="-1079500" lvl="1" marL="91440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–"/>
              <a:defRPr sz="13400"/>
            </a:lvl2pPr>
            <a:lvl3pPr indent="-958850" lvl="2" marL="137160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3pPr>
            <a:lvl4pPr indent="-844550" lvl="3" marL="18288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4pPr>
            <a:lvl5pPr indent="-844550" lvl="4" marL="22860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»"/>
              <a:defRPr sz="9700"/>
            </a:lvl5pPr>
            <a:lvl6pPr indent="-844550" lvl="5" marL="27432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6pPr>
            <a:lvl7pPr indent="-844550" lvl="6" marL="32004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7pPr>
            <a:lvl8pPr indent="-844550" lvl="7" marL="36576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8pPr>
            <a:lvl9pPr indent="-844550" lvl="8" marL="411480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9pPr>
          </a:lstStyle>
          <a:p/>
        </p:txBody>
      </p:sp>
      <p:sp>
        <p:nvSpPr>
          <p:cNvPr id="37" name="Google Shape;37;p10"/>
          <p:cNvSpPr txBox="1"/>
          <p:nvPr>
            <p:ph idx="2" type="body"/>
          </p:nvPr>
        </p:nvSpPr>
        <p:spPr>
          <a:xfrm>
            <a:off x="2194563" y="6888484"/>
            <a:ext cx="14439903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1"/>
          <p:cNvSpPr txBox="1"/>
          <p:nvPr>
            <p:ph type="title"/>
          </p:nvPr>
        </p:nvSpPr>
        <p:spPr>
          <a:xfrm>
            <a:off x="8602983" y="23042881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1"/>
          <p:cNvSpPr/>
          <p:nvPr>
            <p:ph idx="2" type="pic"/>
          </p:nvPr>
        </p:nvSpPr>
        <p:spPr>
          <a:xfrm>
            <a:off x="8602983" y="4288280"/>
            <a:ext cx="26334720" cy="17955490"/>
          </a:xfrm>
          <a:prstGeom prst="rect">
            <a:avLst/>
          </a:prstGeom>
          <a:noFill/>
          <a:ln>
            <a:noFill/>
          </a:ln>
        </p:spPr>
      </p:sp>
      <p:sp>
        <p:nvSpPr>
          <p:cNvPr id="41" name="Google Shape;41;p11"/>
          <p:cNvSpPr txBox="1"/>
          <p:nvPr>
            <p:ph idx="1" type="body"/>
          </p:nvPr>
        </p:nvSpPr>
        <p:spPr>
          <a:xfrm>
            <a:off x="8602983" y="25763223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lnSpc>
                <a:spcPct val="100000"/>
              </a:lnSpc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lnSpc>
                <a:spcPct val="100000"/>
              </a:lnSpc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lnSpc>
                <a:spcPct val="100000"/>
              </a:lnSpc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97b107d5e8_3_3"/>
          <p:cNvSpPr txBox="1"/>
          <p:nvPr>
            <p:ph type="ctrTitle"/>
          </p:nvPr>
        </p:nvSpPr>
        <p:spPr>
          <a:xfrm>
            <a:off x="3291840" y="10226042"/>
            <a:ext cx="37307520" cy="7056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g397b107d5e8_3_3"/>
          <p:cNvSpPr txBox="1"/>
          <p:nvPr>
            <p:ph idx="1" type="subTitle"/>
          </p:nvPr>
        </p:nvSpPr>
        <p:spPr>
          <a:xfrm>
            <a:off x="6583680" y="18653760"/>
            <a:ext cx="30723840" cy="841248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ctr">
              <a:spcBef>
                <a:spcPts val="2680"/>
              </a:spcBef>
              <a:spcAft>
                <a:spcPts val="0"/>
              </a:spcAft>
              <a:buClr>
                <a:srgbClr val="898989"/>
              </a:buClr>
              <a:buSzPts val="13400"/>
              <a:buNone/>
              <a:defRPr>
                <a:solidFill>
                  <a:srgbClr val="898989"/>
                </a:solidFill>
              </a:defRPr>
            </a:lvl1pPr>
            <a:lvl2pPr lvl="1" algn="ctr">
              <a:spcBef>
                <a:spcPts val="2300"/>
              </a:spcBef>
              <a:spcAft>
                <a:spcPts val="0"/>
              </a:spcAft>
              <a:buClr>
                <a:srgbClr val="898989"/>
              </a:buClr>
              <a:buSzPts val="11500"/>
              <a:buNone/>
              <a:defRPr>
                <a:solidFill>
                  <a:srgbClr val="898989"/>
                </a:solidFill>
              </a:defRPr>
            </a:lvl2pPr>
            <a:lvl3pPr lvl="2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3pPr>
            <a:lvl4pPr lvl="3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4pPr>
            <a:lvl5pPr lvl="4" algn="ctr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>
                <a:solidFill>
                  <a:srgbClr val="898989"/>
                </a:solidFill>
              </a:defRPr>
            </a:lvl5pPr>
            <a:lvl6pPr lvl="5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6pPr>
            <a:lvl7pPr lvl="6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7pPr>
            <a:lvl8pPr lvl="7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8pPr>
            <a:lvl9pPr lvl="8" algn="ctr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g397b107d5e8_3_6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g397b107d5e8_3_6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g397b107d5e8_3_9"/>
          <p:cNvSpPr txBox="1"/>
          <p:nvPr>
            <p:ph type="title"/>
          </p:nvPr>
        </p:nvSpPr>
        <p:spPr>
          <a:xfrm>
            <a:off x="3467101" y="21153122"/>
            <a:ext cx="37307520" cy="653796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200"/>
              <a:buFont typeface="Arial"/>
              <a:buNone/>
              <a:defRPr b="1" sz="192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g397b107d5e8_3_9"/>
          <p:cNvSpPr txBox="1"/>
          <p:nvPr>
            <p:ph idx="1" type="body"/>
          </p:nvPr>
        </p:nvSpPr>
        <p:spPr>
          <a:xfrm>
            <a:off x="3467101" y="13952226"/>
            <a:ext cx="37307520" cy="720089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940"/>
              </a:spcBef>
              <a:spcAft>
                <a:spcPts val="0"/>
              </a:spcAft>
              <a:buClr>
                <a:srgbClr val="898989"/>
              </a:buClr>
              <a:buSzPts val="9700"/>
              <a:buNone/>
              <a:defRPr sz="9700">
                <a:solidFill>
                  <a:srgbClr val="898989"/>
                </a:solidFill>
              </a:defRPr>
            </a:lvl1pPr>
            <a:lvl2pPr indent="-228600" lvl="1" marL="914400" algn="l">
              <a:spcBef>
                <a:spcPts val="1740"/>
              </a:spcBef>
              <a:spcAft>
                <a:spcPts val="0"/>
              </a:spcAft>
              <a:buClr>
                <a:srgbClr val="898989"/>
              </a:buClr>
              <a:buSzPts val="8700"/>
              <a:buNone/>
              <a:defRPr sz="8700">
                <a:solidFill>
                  <a:srgbClr val="898989"/>
                </a:solidFill>
              </a:defRPr>
            </a:lvl2pPr>
            <a:lvl3pPr indent="-228600" lvl="2" marL="1371600" algn="l">
              <a:spcBef>
                <a:spcPts val="1540"/>
              </a:spcBef>
              <a:spcAft>
                <a:spcPts val="0"/>
              </a:spcAft>
              <a:buClr>
                <a:srgbClr val="898989"/>
              </a:buClr>
              <a:buSzPts val="7700"/>
              <a:buNone/>
              <a:defRPr sz="7700">
                <a:solidFill>
                  <a:srgbClr val="898989"/>
                </a:solidFill>
              </a:defRPr>
            </a:lvl3pPr>
            <a:lvl4pPr indent="-228600" lvl="3" marL="1828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4pPr>
            <a:lvl5pPr indent="-228600" lvl="4" marL="22860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5pPr>
            <a:lvl6pPr indent="-228600" lvl="5" marL="27432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6pPr>
            <a:lvl7pPr indent="-228600" lvl="6" marL="32004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7pPr>
            <a:lvl8pPr indent="-228600" lvl="7" marL="36576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8pPr>
            <a:lvl9pPr indent="-228600" lvl="8" marL="4114800" algn="l">
              <a:spcBef>
                <a:spcPts val="1340"/>
              </a:spcBef>
              <a:spcAft>
                <a:spcPts val="0"/>
              </a:spcAft>
              <a:buClr>
                <a:srgbClr val="898989"/>
              </a:buClr>
              <a:buSzPts val="6700"/>
              <a:buNone/>
              <a:defRPr sz="6700">
                <a:solidFill>
                  <a:srgbClr val="898989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g397b107d5e8_3_12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g397b107d5e8_3_12"/>
          <p:cNvSpPr txBox="1"/>
          <p:nvPr>
            <p:ph idx="1" type="body"/>
          </p:nvPr>
        </p:nvSpPr>
        <p:spPr>
          <a:xfrm>
            <a:off x="21945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  <p:sp>
        <p:nvSpPr>
          <p:cNvPr id="57" name="Google Shape;57;g397b107d5e8_3_12"/>
          <p:cNvSpPr txBox="1"/>
          <p:nvPr>
            <p:ph idx="2" type="body"/>
          </p:nvPr>
        </p:nvSpPr>
        <p:spPr>
          <a:xfrm>
            <a:off x="22311360" y="7680964"/>
            <a:ext cx="193852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•"/>
              <a:defRPr sz="13400"/>
            </a:lvl1pPr>
            <a:lvl2pPr indent="-958850" lvl="1" marL="9144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–"/>
              <a:defRPr sz="11500"/>
            </a:lvl2pPr>
            <a:lvl3pPr indent="-844550" lvl="2" marL="1371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3pPr>
            <a:lvl4pPr indent="-781050" lvl="3" marL="1828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–"/>
              <a:defRPr sz="8700"/>
            </a:lvl4pPr>
            <a:lvl5pPr indent="-781050" lvl="4" marL="22860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»"/>
              <a:defRPr sz="8700"/>
            </a:lvl5pPr>
            <a:lvl6pPr indent="-781050" lvl="5" marL="27432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6pPr>
            <a:lvl7pPr indent="-781050" lvl="6" marL="32004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7pPr>
            <a:lvl8pPr indent="-781050" lvl="7" marL="3657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8pPr>
            <a:lvl9pPr indent="-781050" lvl="8" marL="41148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97b107d5e8_3_16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g397b107d5e8_3_16"/>
          <p:cNvSpPr txBox="1"/>
          <p:nvPr>
            <p:ph idx="1" type="body"/>
          </p:nvPr>
        </p:nvSpPr>
        <p:spPr>
          <a:xfrm>
            <a:off x="2194562" y="7368543"/>
            <a:ext cx="19392903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61" name="Google Shape;61;g397b107d5e8_3_16"/>
          <p:cNvSpPr txBox="1"/>
          <p:nvPr>
            <p:ph idx="2" type="body"/>
          </p:nvPr>
        </p:nvSpPr>
        <p:spPr>
          <a:xfrm>
            <a:off x="2194562" y="10439401"/>
            <a:ext cx="19392903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  <p:sp>
        <p:nvSpPr>
          <p:cNvPr id="62" name="Google Shape;62;g397b107d5e8_3_16"/>
          <p:cNvSpPr txBox="1"/>
          <p:nvPr>
            <p:ph idx="3" type="body"/>
          </p:nvPr>
        </p:nvSpPr>
        <p:spPr>
          <a:xfrm>
            <a:off x="22296123" y="7368543"/>
            <a:ext cx="19400520" cy="3070858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None/>
              <a:defRPr b="1" sz="11500"/>
            </a:lvl1pPr>
            <a:lvl2pPr indent="-22860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None/>
              <a:defRPr b="1" sz="9700"/>
            </a:lvl2pPr>
            <a:lvl3pPr indent="-22860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None/>
              <a:defRPr b="1" sz="8700"/>
            </a:lvl3pPr>
            <a:lvl4pPr indent="-22860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4pPr>
            <a:lvl5pPr indent="-22860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5pPr>
            <a:lvl6pPr indent="-22860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6pPr>
            <a:lvl7pPr indent="-22860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7pPr>
            <a:lvl8pPr indent="-22860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8pPr>
            <a:lvl9pPr indent="-22860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None/>
              <a:defRPr b="1" sz="7700"/>
            </a:lvl9pPr>
          </a:lstStyle>
          <a:p/>
        </p:txBody>
      </p:sp>
      <p:sp>
        <p:nvSpPr>
          <p:cNvPr id="63" name="Google Shape;63;g397b107d5e8_3_16"/>
          <p:cNvSpPr txBox="1"/>
          <p:nvPr>
            <p:ph idx="4" type="body"/>
          </p:nvPr>
        </p:nvSpPr>
        <p:spPr>
          <a:xfrm>
            <a:off x="22296123" y="10439401"/>
            <a:ext cx="19400520" cy="1896618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958850" lvl="0" marL="4572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1pPr>
            <a:lvl2pPr indent="-844550" lvl="1" marL="914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2pPr>
            <a:lvl3pPr indent="-781050" lvl="2" marL="137160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Char char="•"/>
              <a:defRPr sz="8700"/>
            </a:lvl3pPr>
            <a:lvl4pPr indent="-717550" lvl="3" marL="1828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–"/>
              <a:defRPr sz="7700"/>
            </a:lvl4pPr>
            <a:lvl5pPr indent="-717550" lvl="4" marL="22860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»"/>
              <a:defRPr sz="7700"/>
            </a:lvl5pPr>
            <a:lvl6pPr indent="-717550" lvl="5" marL="27432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6pPr>
            <a:lvl7pPr indent="-717550" lvl="6" marL="32004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7pPr>
            <a:lvl8pPr indent="-717550" lvl="7" marL="36576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8pPr>
            <a:lvl9pPr indent="-717550" lvl="8" marL="4114800" algn="l">
              <a:spcBef>
                <a:spcPts val="1540"/>
              </a:spcBef>
              <a:spcAft>
                <a:spcPts val="0"/>
              </a:spcAft>
              <a:buClr>
                <a:schemeClr val="dk1"/>
              </a:buClr>
              <a:buSzPts val="7700"/>
              <a:buChar char="•"/>
              <a:defRPr sz="77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97b107d5e8_3_22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97b107d5e8_3_25"/>
          <p:cNvSpPr txBox="1"/>
          <p:nvPr>
            <p:ph type="title"/>
          </p:nvPr>
        </p:nvSpPr>
        <p:spPr>
          <a:xfrm>
            <a:off x="2194563" y="1310640"/>
            <a:ext cx="14439903" cy="5577840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g397b107d5e8_3_25"/>
          <p:cNvSpPr txBox="1"/>
          <p:nvPr>
            <p:ph idx="1" type="body"/>
          </p:nvPr>
        </p:nvSpPr>
        <p:spPr>
          <a:xfrm>
            <a:off x="17160240" y="1310644"/>
            <a:ext cx="24536400" cy="2809494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206500" lvl="0" marL="457200" algn="l">
              <a:spcBef>
                <a:spcPts val="3080"/>
              </a:spcBef>
              <a:spcAft>
                <a:spcPts val="0"/>
              </a:spcAft>
              <a:buClr>
                <a:schemeClr val="dk1"/>
              </a:buClr>
              <a:buSzPts val="15400"/>
              <a:buChar char="•"/>
              <a:defRPr sz="15400"/>
            </a:lvl1pPr>
            <a:lvl2pPr indent="-1079500" lvl="1" marL="91440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Char char="–"/>
              <a:defRPr sz="13400"/>
            </a:lvl2pPr>
            <a:lvl3pPr indent="-958850" lvl="2" marL="137160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Char char="•"/>
              <a:defRPr sz="11500"/>
            </a:lvl3pPr>
            <a:lvl4pPr indent="-844550" lvl="3" marL="1828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–"/>
              <a:defRPr sz="9700"/>
            </a:lvl4pPr>
            <a:lvl5pPr indent="-844550" lvl="4" marL="22860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»"/>
              <a:defRPr sz="9700"/>
            </a:lvl5pPr>
            <a:lvl6pPr indent="-844550" lvl="5" marL="27432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6pPr>
            <a:lvl7pPr indent="-844550" lvl="6" marL="32004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7pPr>
            <a:lvl8pPr indent="-844550" lvl="7" marL="36576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8pPr>
            <a:lvl9pPr indent="-844550" lvl="8" marL="411480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Char char="•"/>
              <a:defRPr sz="9700"/>
            </a:lvl9pPr>
          </a:lstStyle>
          <a:p/>
        </p:txBody>
      </p:sp>
      <p:sp>
        <p:nvSpPr>
          <p:cNvPr id="70" name="Google Shape;70;g397b107d5e8_3_25"/>
          <p:cNvSpPr txBox="1"/>
          <p:nvPr>
            <p:ph idx="2" type="body"/>
          </p:nvPr>
        </p:nvSpPr>
        <p:spPr>
          <a:xfrm>
            <a:off x="2194563" y="6888484"/>
            <a:ext cx="14439903" cy="2251710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97b107d5e8_3_29"/>
          <p:cNvSpPr txBox="1"/>
          <p:nvPr>
            <p:ph type="title"/>
          </p:nvPr>
        </p:nvSpPr>
        <p:spPr>
          <a:xfrm>
            <a:off x="8602983" y="23042881"/>
            <a:ext cx="26334720" cy="2720342"/>
          </a:xfrm>
          <a:prstGeom prst="rect">
            <a:avLst/>
          </a:prstGeom>
          <a:noFill/>
          <a:ln>
            <a:noFill/>
          </a:ln>
        </p:spPr>
        <p:txBody>
          <a:bodyPr anchorCtr="0" anchor="b" bIns="219450" lIns="438900" spcFirstLastPara="1" rIns="438900" wrap="square" tIns="21945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None/>
              <a:defRPr b="1" sz="97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g397b107d5e8_3_29"/>
          <p:cNvSpPr/>
          <p:nvPr>
            <p:ph idx="2" type="pic"/>
          </p:nvPr>
        </p:nvSpPr>
        <p:spPr>
          <a:xfrm>
            <a:off x="8602983" y="4288280"/>
            <a:ext cx="26334720" cy="17955490"/>
          </a:xfrm>
          <a:prstGeom prst="rect">
            <a:avLst/>
          </a:prstGeom>
          <a:noFill/>
          <a:ln>
            <a:noFill/>
          </a:ln>
        </p:spPr>
      </p:sp>
      <p:sp>
        <p:nvSpPr>
          <p:cNvPr id="74" name="Google Shape;74;g397b107d5e8_3_29"/>
          <p:cNvSpPr txBox="1"/>
          <p:nvPr>
            <p:ph idx="1" type="body"/>
          </p:nvPr>
        </p:nvSpPr>
        <p:spPr>
          <a:xfrm>
            <a:off x="8602983" y="25763223"/>
            <a:ext cx="26334720" cy="3863338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228600" lvl="0" marL="457200" algn="l">
              <a:spcBef>
                <a:spcPts val="1340"/>
              </a:spcBef>
              <a:spcAft>
                <a:spcPts val="0"/>
              </a:spcAft>
              <a:buClr>
                <a:schemeClr val="dk1"/>
              </a:buClr>
              <a:buSzPts val="6700"/>
              <a:buNone/>
              <a:defRPr sz="6700"/>
            </a:lvl1pPr>
            <a:lvl2pPr indent="-228600" lvl="1" marL="914400" algn="l">
              <a:spcBef>
                <a:spcPts val="1140"/>
              </a:spcBef>
              <a:spcAft>
                <a:spcPts val="0"/>
              </a:spcAft>
              <a:buClr>
                <a:schemeClr val="dk1"/>
              </a:buClr>
              <a:buSzPts val="5700"/>
              <a:buNone/>
              <a:defRPr sz="5700"/>
            </a:lvl2pPr>
            <a:lvl3pPr indent="-228600" lvl="2" marL="1371600" algn="l">
              <a:spcBef>
                <a:spcPts val="960"/>
              </a:spcBef>
              <a:spcAft>
                <a:spcPts val="0"/>
              </a:spcAft>
              <a:buClr>
                <a:schemeClr val="dk1"/>
              </a:buClr>
              <a:buSzPts val="4800"/>
              <a:buNone/>
              <a:defRPr sz="4800"/>
            </a:lvl3pPr>
            <a:lvl4pPr indent="-228600" lvl="3" marL="1828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4pPr>
            <a:lvl5pPr indent="-228600" lvl="4" marL="22860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5pPr>
            <a:lvl6pPr indent="-228600" lvl="5" marL="27432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6pPr>
            <a:lvl7pPr indent="-228600" lvl="6" marL="32004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7pPr>
            <a:lvl8pPr indent="-228600" lvl="7" marL="36576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8pPr>
            <a:lvl9pPr indent="-228600" lvl="8" marL="4114800" algn="l">
              <a:spcBef>
                <a:spcPts val="860"/>
              </a:spcBef>
              <a:spcAft>
                <a:spcPts val="0"/>
              </a:spcAft>
              <a:buClr>
                <a:schemeClr val="dk1"/>
              </a:buClr>
              <a:buSzPts val="4300"/>
              <a:buNone/>
              <a:defRPr sz="43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0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3.xml"/><Relationship Id="rId10" Type="http://schemas.openxmlformats.org/officeDocument/2006/relationships/theme" Target="../theme/theme3.xml"/><Relationship Id="rId9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6.xml"/><Relationship Id="rId8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>
            <a:alpha val="29803"/>
          </a:schemeClr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 b="1" i="0" sz="2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marR="0" rtl="0" algn="l">
              <a:lnSpc>
                <a:spcPct val="100000"/>
              </a:lnSpc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58850" lvl="1" marL="914400" marR="0" rtl="0" algn="l">
              <a:lnSpc>
                <a:spcPct val="100000"/>
              </a:lnSpc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44550" lvl="2" marL="1371600" marR="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81050" lvl="3" marL="1828800" marR="0" rtl="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–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81050" lvl="4" marL="2286000" marR="0" rtl="0" algn="l">
              <a:lnSpc>
                <a:spcPct val="100000"/>
              </a:lnSpc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»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44550" lvl="5" marL="2743200" marR="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44550" lvl="6" marL="3200400" marR="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44550" lvl="7" marL="3657600" marR="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44550" lvl="8" marL="4114800" marR="0" rtl="0" algn="l">
              <a:lnSpc>
                <a:spcPct val="100000"/>
              </a:lnSpc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97b107d5e8_3_0"/>
          <p:cNvSpPr txBox="1"/>
          <p:nvPr>
            <p:ph type="title"/>
          </p:nvPr>
        </p:nvSpPr>
        <p:spPr>
          <a:xfrm>
            <a:off x="2194560" y="2927144"/>
            <a:ext cx="39502080" cy="4987637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100"/>
              <a:buFont typeface="Arial"/>
              <a:buNone/>
              <a:defRPr b="1" i="0" sz="21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4" name="Google Shape;44;g397b107d5e8_3_0"/>
          <p:cNvSpPr txBox="1"/>
          <p:nvPr>
            <p:ph idx="1" type="body"/>
          </p:nvPr>
        </p:nvSpPr>
        <p:spPr>
          <a:xfrm>
            <a:off x="2194560" y="8785861"/>
            <a:ext cx="39502080" cy="21724622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>
            <a:lvl1pPr indent="-1079500" lvl="0" marL="457200" marR="0" rtl="0" algn="l">
              <a:spcBef>
                <a:spcPts val="2680"/>
              </a:spcBef>
              <a:spcAft>
                <a:spcPts val="0"/>
              </a:spcAft>
              <a:buClr>
                <a:schemeClr val="dk1"/>
              </a:buClr>
              <a:buSzPts val="13400"/>
              <a:buFont typeface="Arial"/>
              <a:buChar char="•"/>
              <a:defRPr b="0" i="0" sz="13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958850" lvl="1" marL="914400" marR="0" rtl="0" algn="l">
              <a:spcBef>
                <a:spcPts val="2300"/>
              </a:spcBef>
              <a:spcAft>
                <a:spcPts val="0"/>
              </a:spcAft>
              <a:buClr>
                <a:schemeClr val="dk1"/>
              </a:buClr>
              <a:buSzPts val="11500"/>
              <a:buFont typeface="Arial"/>
              <a:buChar char="–"/>
              <a:defRPr b="0" i="0" sz="1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844550" lvl="2" marL="1371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781050" lvl="3" marL="18288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–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781050" lvl="4" marL="2286000" marR="0" rtl="0" algn="l">
              <a:spcBef>
                <a:spcPts val="174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Char char="»"/>
              <a:defRPr b="0" i="0" sz="8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844550" lvl="5" marL="27432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844550" lvl="6" marL="32004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844550" lvl="7" marL="36576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844550" lvl="8" marL="4114800" marR="0" rtl="0" algn="l">
              <a:spcBef>
                <a:spcPts val="1940"/>
              </a:spcBef>
              <a:spcAft>
                <a:spcPts val="0"/>
              </a:spcAft>
              <a:buClr>
                <a:schemeClr val="dk1"/>
              </a:buClr>
              <a:buSzPts val="9700"/>
              <a:buFont typeface="Arial"/>
              <a:buChar char="•"/>
              <a:defRPr b="0" i="0" sz="97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1" Type="http://schemas.openxmlformats.org/officeDocument/2006/relationships/image" Target="../media/image1.png"/><Relationship Id="rId10" Type="http://schemas.openxmlformats.org/officeDocument/2006/relationships/image" Target="../media/image6.png"/><Relationship Id="rId13" Type="http://schemas.openxmlformats.org/officeDocument/2006/relationships/image" Target="../media/image8.png"/><Relationship Id="rId12" Type="http://schemas.openxmlformats.org/officeDocument/2006/relationships/image" Target="../media/image7.png"/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hyperlink" Target="https://github.com/spMohanty/PlantVillage-Dataset" TargetMode="External"/><Relationship Id="rId9" Type="http://schemas.openxmlformats.org/officeDocument/2006/relationships/image" Target="../media/image9.png"/><Relationship Id="rId15" Type="http://schemas.openxmlformats.org/officeDocument/2006/relationships/image" Target="../media/image5.png"/><Relationship Id="rId14" Type="http://schemas.openxmlformats.org/officeDocument/2006/relationships/image" Target="../media/image10.png"/><Relationship Id="rId5" Type="http://schemas.openxmlformats.org/officeDocument/2006/relationships/hyperlink" Target="https://www.researchgate.net/" TargetMode="External"/><Relationship Id="rId6" Type="http://schemas.openxmlformats.org/officeDocument/2006/relationships/image" Target="../media/image11.png"/><Relationship Id="rId7" Type="http://schemas.openxmlformats.org/officeDocument/2006/relationships/image" Target="../media/image3.png"/><Relationship Id="rId8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97b107d5e8_3_33"/>
          <p:cNvSpPr/>
          <p:nvPr/>
        </p:nvSpPr>
        <p:spPr>
          <a:xfrm rot="-5400000">
            <a:off x="26455700" y="5551625"/>
            <a:ext cx="8085900" cy="8407500"/>
          </a:xfrm>
          <a:prstGeom prst="round1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g397b107d5e8_3_33"/>
          <p:cNvSpPr/>
          <p:nvPr/>
        </p:nvSpPr>
        <p:spPr>
          <a:xfrm>
            <a:off x="26034550" y="5327950"/>
            <a:ext cx="17610000" cy="199185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2" name="Google Shape;82;g397b107d5e8_3_33"/>
          <p:cNvSpPr/>
          <p:nvPr/>
        </p:nvSpPr>
        <p:spPr>
          <a:xfrm>
            <a:off x="34746775" y="5716625"/>
            <a:ext cx="8404200" cy="8085900"/>
          </a:xfrm>
          <a:prstGeom prst="round1Rect">
            <a:avLst>
              <a:gd fmla="val 16667" name="adj"/>
            </a:avLst>
          </a:prstGeom>
          <a:noFill/>
          <a:ln cap="flat" cmpd="sng" w="28575">
            <a:solidFill>
              <a:srgbClr val="3C78D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g397b107d5e8_3_33"/>
          <p:cNvSpPr/>
          <p:nvPr/>
        </p:nvSpPr>
        <p:spPr>
          <a:xfrm rot="10800000">
            <a:off x="26294900" y="19035825"/>
            <a:ext cx="7626600" cy="6018600"/>
          </a:xfrm>
          <a:prstGeom prst="round1Rect">
            <a:avLst>
              <a:gd fmla="val 16667" name="adj"/>
            </a:avLst>
          </a:prstGeom>
          <a:noFill/>
          <a:ln cap="flat" cmpd="sng" w="2857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g397b107d5e8_3_33"/>
          <p:cNvSpPr/>
          <p:nvPr/>
        </p:nvSpPr>
        <p:spPr>
          <a:xfrm>
            <a:off x="26294850" y="13802525"/>
            <a:ext cx="16856100" cy="5233200"/>
          </a:xfrm>
          <a:prstGeom prst="rect">
            <a:avLst/>
          </a:prstGeom>
          <a:noFill/>
          <a:ln cap="flat" cmpd="sng" w="28575">
            <a:solidFill>
              <a:srgbClr val="F1C23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g397b107d5e8_3_33"/>
          <p:cNvSpPr txBox="1"/>
          <p:nvPr/>
        </p:nvSpPr>
        <p:spPr>
          <a:xfrm>
            <a:off x="6760100" y="2301975"/>
            <a:ext cx="35911800" cy="2382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219450" lIns="438900" spcFirstLastPara="1" rIns="438900" wrap="square" tIns="219450">
            <a:normAutofit fontScale="6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Arial"/>
              <a:buNone/>
            </a:pPr>
            <a:r>
              <a:rPr b="1" lang="en-US" sz="12500">
                <a:solidFill>
                  <a:schemeClr val="dk1"/>
                </a:solidFill>
              </a:rPr>
              <a:t>Robust Plant Disease Classification Under Real-World Distribution Shifts</a:t>
            </a:r>
            <a:endParaRPr/>
          </a:p>
        </p:txBody>
      </p:sp>
      <p:sp>
        <p:nvSpPr>
          <p:cNvPr id="86" name="Google Shape;86;g397b107d5e8_3_33"/>
          <p:cNvSpPr txBox="1"/>
          <p:nvPr/>
        </p:nvSpPr>
        <p:spPr>
          <a:xfrm>
            <a:off x="19316700" y="4028272"/>
            <a:ext cx="225093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219450" lIns="438900" spcFirstLastPara="1" rIns="438900" wrap="square" tIns="21945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Arial"/>
              <a:buNone/>
            </a:pPr>
            <a:r>
              <a:rPr lang="en-US" sz="3600">
                <a:solidFill>
                  <a:schemeClr val="dk1"/>
                </a:solidFill>
              </a:rPr>
              <a:t>Team 81: </a:t>
            </a:r>
            <a:r>
              <a:rPr lang="en-US" sz="3600">
                <a:solidFill>
                  <a:schemeClr val="dk1"/>
                </a:solidFill>
              </a:rPr>
              <a:t>Luisa Chavez, Chase Wrenn, Joyce Zhou</a:t>
            </a:r>
            <a:endParaRPr sz="3600">
              <a:solidFill>
                <a:srgbClr val="898989"/>
              </a:solidFill>
            </a:endParaRPr>
          </a:p>
        </p:txBody>
      </p:sp>
      <p:pic>
        <p:nvPicPr>
          <p:cNvPr id="87" name="Google Shape;87;g397b107d5e8_3_33"/>
          <p:cNvPicPr preferRelativeResize="0"/>
          <p:nvPr/>
        </p:nvPicPr>
        <p:blipFill rotWithShape="1">
          <a:blip r:embed="rId3">
            <a:alphaModFix/>
          </a:blip>
          <a:srcRect b="0" l="0" r="63636" t="0"/>
          <a:stretch/>
        </p:blipFill>
        <p:spPr>
          <a:xfrm>
            <a:off x="1371600" y="914654"/>
            <a:ext cx="5388495" cy="3113627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g397b107d5e8_3_33"/>
          <p:cNvSpPr txBox="1"/>
          <p:nvPr/>
        </p:nvSpPr>
        <p:spPr>
          <a:xfrm>
            <a:off x="6760095" y="1434926"/>
            <a:ext cx="10528844" cy="1015663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C00000"/>
                </a:solidFill>
                <a:latin typeface="Arial"/>
                <a:ea typeface="Arial"/>
                <a:cs typeface="Arial"/>
                <a:sym typeface="Arial"/>
              </a:rPr>
              <a:t>AI Student Symposium 2026</a:t>
            </a:r>
            <a:endParaRPr/>
          </a:p>
        </p:txBody>
      </p:sp>
      <p:sp>
        <p:nvSpPr>
          <p:cNvPr id="89" name="Google Shape;89;g397b107d5e8_3_33"/>
          <p:cNvSpPr txBox="1"/>
          <p:nvPr/>
        </p:nvSpPr>
        <p:spPr>
          <a:xfrm>
            <a:off x="36137088" y="1434926"/>
            <a:ext cx="5266944" cy="10156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Team 81</a:t>
            </a:r>
            <a:endParaRPr/>
          </a:p>
        </p:txBody>
      </p:sp>
      <p:sp>
        <p:nvSpPr>
          <p:cNvPr id="90" name="Google Shape;90;g397b107d5e8_3_33"/>
          <p:cNvSpPr txBox="1"/>
          <p:nvPr/>
        </p:nvSpPr>
        <p:spPr>
          <a:xfrm>
            <a:off x="24485600" y="1424309"/>
            <a:ext cx="10554208" cy="1015663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>
                <a:solidFill>
                  <a:schemeClr val="lt1"/>
                </a:solidFill>
              </a:rPr>
              <a:t>ECE525</a:t>
            </a:r>
            <a:endParaRPr sz="60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g397b107d5e8_3_33"/>
          <p:cNvSpPr/>
          <p:nvPr/>
        </p:nvSpPr>
        <p:spPr>
          <a:xfrm>
            <a:off x="12692538" y="5223825"/>
            <a:ext cx="13131600" cy="134739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g397b107d5e8_3_33"/>
          <p:cNvSpPr/>
          <p:nvPr/>
        </p:nvSpPr>
        <p:spPr>
          <a:xfrm>
            <a:off x="565000" y="5327950"/>
            <a:ext cx="11884500" cy="125328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g397b107d5e8_3_33"/>
          <p:cNvSpPr txBox="1"/>
          <p:nvPr/>
        </p:nvSpPr>
        <p:spPr>
          <a:xfrm>
            <a:off x="1371600" y="5105700"/>
            <a:ext cx="62451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Problem Statement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g397b107d5e8_3_33"/>
          <p:cNvSpPr/>
          <p:nvPr/>
        </p:nvSpPr>
        <p:spPr>
          <a:xfrm>
            <a:off x="597625" y="18422525"/>
            <a:ext cx="11884500" cy="142902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g397b107d5e8_3_33"/>
          <p:cNvSpPr txBox="1"/>
          <p:nvPr/>
        </p:nvSpPr>
        <p:spPr>
          <a:xfrm>
            <a:off x="13089250" y="4769625"/>
            <a:ext cx="96501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Baseline: Logistic Regression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6" name="Google Shape;96;g397b107d5e8_3_33"/>
          <p:cNvSpPr txBox="1"/>
          <p:nvPr/>
        </p:nvSpPr>
        <p:spPr>
          <a:xfrm>
            <a:off x="28643950" y="4722100"/>
            <a:ext cx="59097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Evaluation Results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g397b107d5e8_3_33"/>
          <p:cNvSpPr/>
          <p:nvPr/>
        </p:nvSpPr>
        <p:spPr>
          <a:xfrm>
            <a:off x="26173150" y="25514675"/>
            <a:ext cx="17610000" cy="41964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8" name="Google Shape;98;g397b107d5e8_3_33"/>
          <p:cNvSpPr txBox="1"/>
          <p:nvPr/>
        </p:nvSpPr>
        <p:spPr>
          <a:xfrm>
            <a:off x="27257100" y="25290050"/>
            <a:ext cx="45432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Conclusions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9" name="Google Shape;99;g397b107d5e8_3_33"/>
          <p:cNvSpPr/>
          <p:nvPr/>
        </p:nvSpPr>
        <p:spPr>
          <a:xfrm>
            <a:off x="26196025" y="30121200"/>
            <a:ext cx="17610000" cy="2591400"/>
          </a:xfrm>
          <a:prstGeom prst="roundRect">
            <a:avLst>
              <a:gd fmla="val 23914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0" name="Google Shape;100;g397b107d5e8_3_33"/>
          <p:cNvSpPr txBox="1"/>
          <p:nvPr/>
        </p:nvSpPr>
        <p:spPr>
          <a:xfrm>
            <a:off x="27257100" y="29898825"/>
            <a:ext cx="53886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Main </a:t>
            </a:r>
            <a:r>
              <a:rPr b="0" i="0" lang="en-US" sz="5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References</a:t>
            </a:r>
            <a:endParaRPr b="0" i="0" sz="1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g397b107d5e8_3_33"/>
          <p:cNvSpPr txBox="1"/>
          <p:nvPr/>
        </p:nvSpPr>
        <p:spPr>
          <a:xfrm>
            <a:off x="1080475" y="6384535"/>
            <a:ext cx="11242500" cy="453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-4572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imes New Roman"/>
              <a:buChar char="●"/>
            </a:pPr>
            <a:r>
              <a:rPr b="1" lang="en-US" sz="3600">
                <a:solidFill>
                  <a:schemeClr val="dk1"/>
                </a:solidFill>
              </a:rPr>
              <a:t>Motivation</a:t>
            </a:r>
            <a:r>
              <a:rPr lang="en-US" sz="3600">
                <a:solidFill>
                  <a:schemeClr val="dk1"/>
                </a:solidFill>
              </a:rPr>
              <a:t>: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Major cause of crop yield loss  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Early detection is critical  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Automated diagnosis is scalable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Task:</a:t>
            </a:r>
            <a:r>
              <a:rPr lang="en-US" sz="3600">
                <a:solidFill>
                  <a:schemeClr val="dk1"/>
                </a:solidFill>
              </a:rPr>
              <a:t> multi-class classification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Input:</a:t>
            </a:r>
            <a:r>
              <a:rPr lang="en-US" sz="3600">
                <a:solidFill>
                  <a:schemeClr val="dk1"/>
                </a:solidFill>
              </a:rPr>
              <a:t> RGB image of a leaf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25454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b="1" lang="en-US" sz="3600">
                <a:solidFill>
                  <a:schemeClr val="dk1"/>
                </a:solidFill>
              </a:rPr>
              <a:t>Output:</a:t>
            </a:r>
            <a:r>
              <a:rPr lang="en-US" sz="3600">
                <a:solidFill>
                  <a:schemeClr val="dk1"/>
                </a:solidFill>
              </a:rPr>
              <a:t> disease category (probability over classes)</a:t>
            </a:r>
            <a:endParaRPr i="0" sz="3600" u="none" cap="none" strike="noStrike">
              <a:solidFill>
                <a:schemeClr val="dk1"/>
              </a:solidFill>
            </a:endParaRPr>
          </a:p>
        </p:txBody>
      </p:sp>
      <p:sp>
        <p:nvSpPr>
          <p:cNvPr id="102" name="Google Shape;102;g397b107d5e8_3_33"/>
          <p:cNvSpPr/>
          <p:nvPr/>
        </p:nvSpPr>
        <p:spPr>
          <a:xfrm>
            <a:off x="12712050" y="19675575"/>
            <a:ext cx="13131600" cy="13037100"/>
          </a:xfrm>
          <a:prstGeom prst="roundRect">
            <a:avLst>
              <a:gd fmla="val 7823" name="adj"/>
            </a:avLst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510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700"/>
              <a:buFont typeface="Arial"/>
              <a:buNone/>
            </a:pPr>
            <a:r>
              <a:t/>
            </a:r>
            <a:endParaRPr b="0" i="0" sz="87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g397b107d5e8_3_33"/>
          <p:cNvSpPr txBox="1"/>
          <p:nvPr/>
        </p:nvSpPr>
        <p:spPr>
          <a:xfrm>
            <a:off x="13633550" y="19236963"/>
            <a:ext cx="42903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CNN Model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4" name="Google Shape;104;g397b107d5e8_3_33"/>
          <p:cNvSpPr txBox="1"/>
          <p:nvPr/>
        </p:nvSpPr>
        <p:spPr>
          <a:xfrm>
            <a:off x="8688650" y="12113375"/>
            <a:ext cx="3693600" cy="12006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400"/>
              <a:buFont typeface="Arial"/>
              <a:buNone/>
            </a:pPr>
            <a:r>
              <a:rPr b="1" lang="en-US" sz="3600">
                <a:solidFill>
                  <a:srgbClr val="CC0000"/>
                </a:solidFill>
              </a:rPr>
              <a:t>20-40% </a:t>
            </a:r>
            <a:r>
              <a:rPr lang="en-US" sz="3600">
                <a:solidFill>
                  <a:srgbClr val="CC0000"/>
                </a:solidFill>
              </a:rPr>
              <a:t>global yield loss</a:t>
            </a:r>
            <a:r>
              <a:rPr b="0" i="1" lang="en-US" sz="3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[1]</a:t>
            </a:r>
            <a:endParaRPr b="0" i="1" sz="3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g397b107d5e8_3_33"/>
          <p:cNvSpPr txBox="1"/>
          <p:nvPr/>
        </p:nvSpPr>
        <p:spPr>
          <a:xfrm>
            <a:off x="26867599" y="31009975"/>
            <a:ext cx="14756100" cy="9543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just">
              <a:lnSpc>
                <a:spcPct val="150000"/>
              </a:lnSpc>
              <a:spcBef>
                <a:spcPts val="120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FAO. Plant Production and Protection Division, 2021. https://www.fao.org/plant-production-protection/ 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PlantVillage Dataset, Mohanty et al., 2016. </a:t>
            </a:r>
            <a:r>
              <a:rPr lang="en-US" u="sng">
                <a:solidFill>
                  <a:srgbClr val="CC0000"/>
                </a:solidFill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https://github.com/spMohanty/PlantVillage-Dataset</a:t>
            </a:r>
            <a:r>
              <a:rPr lang="en-US"/>
              <a:t> </a:t>
            </a:r>
            <a:endParaRPr/>
          </a:p>
          <a:p>
            <a:pPr indent="-317500" lvl="0" marL="457200" rtl="0" algn="just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400"/>
              <a:buAutoNum type="arabicPeriod"/>
            </a:pPr>
            <a:r>
              <a:rPr lang="en-US"/>
              <a:t>Crop leaf images from real field conditions. ResearchGate. </a:t>
            </a:r>
            <a:r>
              <a:rPr lang="en-US" u="sng">
                <a:solidFill>
                  <a:srgbClr val="CC0000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https://www.researchgate.net/</a:t>
            </a:r>
            <a:endParaRPr sz="300"/>
          </a:p>
        </p:txBody>
      </p:sp>
      <p:sp>
        <p:nvSpPr>
          <p:cNvPr id="106" name="Google Shape;106;g397b107d5e8_3_33"/>
          <p:cNvSpPr txBox="1"/>
          <p:nvPr/>
        </p:nvSpPr>
        <p:spPr>
          <a:xfrm>
            <a:off x="8688650" y="13908350"/>
            <a:ext cx="3693900" cy="17547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CC0000"/>
              </a:buClr>
              <a:buSzPts val="5400"/>
              <a:buFont typeface="Arial"/>
              <a:buNone/>
            </a:pPr>
            <a:r>
              <a:rPr b="1" lang="en-US" sz="3600">
                <a:solidFill>
                  <a:srgbClr val="CC0000"/>
                </a:solidFill>
              </a:rPr>
              <a:t>$220B+ </a:t>
            </a:r>
            <a:r>
              <a:rPr lang="en-US" sz="3600">
                <a:solidFill>
                  <a:srgbClr val="CC0000"/>
                </a:solidFill>
              </a:rPr>
              <a:t>annual economic losses globally</a:t>
            </a:r>
            <a:r>
              <a:rPr b="0" i="1" lang="en-US" sz="3600" u="none" cap="none" strike="noStrike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[1]</a:t>
            </a:r>
            <a:endParaRPr b="0" i="1" sz="3600" u="none" cap="none" strike="noStrike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07" name="Google Shape;107;g397b107d5e8_3_33"/>
          <p:cNvGrpSpPr/>
          <p:nvPr/>
        </p:nvGrpSpPr>
        <p:grpSpPr>
          <a:xfrm>
            <a:off x="1080470" y="10995642"/>
            <a:ext cx="7337127" cy="6398791"/>
            <a:chOff x="9525000" y="2476500"/>
            <a:chExt cx="8191500" cy="7143900"/>
          </a:xfrm>
        </p:grpSpPr>
        <p:pic>
          <p:nvPicPr>
            <p:cNvPr id="108" name="Google Shape;108;g397b107d5e8_3_33"/>
            <p:cNvPicPr preferRelativeResize="0"/>
            <p:nvPr/>
          </p:nvPicPr>
          <p:blipFill rotWithShape="1">
            <a:blip r:embed="rId6">
              <a:alphaModFix/>
            </a:blip>
            <a:srcRect b="25581" l="0" r="0" t="25581"/>
            <a:stretch/>
          </p:blipFill>
          <p:spPr>
            <a:xfrm>
              <a:off x="9525000" y="2476500"/>
              <a:ext cx="8191500" cy="400050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9" name="Google Shape;109;g397b107d5e8_3_33"/>
            <p:cNvPicPr preferRelativeResize="0"/>
            <p:nvPr/>
          </p:nvPicPr>
          <p:blipFill rotWithShape="1">
            <a:blip r:embed="rId7">
              <a:alphaModFix/>
            </a:blip>
            <a:srcRect b="11239" l="0" r="0" t="11247"/>
            <a:stretch/>
          </p:blipFill>
          <p:spPr>
            <a:xfrm>
              <a:off x="9525000" y="6667500"/>
              <a:ext cx="8191500" cy="2952900"/>
            </a:xfrm>
            <a:prstGeom prst="rect">
              <a:avLst/>
            </a:prstGeom>
            <a:noFill/>
            <a:ln>
              <a:noFill/>
            </a:ln>
          </p:spPr>
        </p:pic>
      </p:grpSp>
      <p:pic>
        <p:nvPicPr>
          <p:cNvPr id="110" name="Google Shape;110;g397b107d5e8_3_3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783225" y="25577275"/>
            <a:ext cx="10130870" cy="68897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1" name="Google Shape;111;g397b107d5e8_3_33" title="CNN.png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13089250" y="20453175"/>
            <a:ext cx="12532601" cy="65921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2" name="Google Shape;112;g397b107d5e8_3_33"/>
          <p:cNvPicPr preferRelativeResize="0"/>
          <p:nvPr/>
        </p:nvPicPr>
        <p:blipFill rotWithShape="1">
          <a:blip r:embed="rId10">
            <a:alphaModFix/>
          </a:blip>
          <a:srcRect b="0" l="475" r="475" t="0"/>
          <a:stretch/>
        </p:blipFill>
        <p:spPr>
          <a:xfrm>
            <a:off x="26890974" y="7784400"/>
            <a:ext cx="7537200" cy="53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g397b107d5e8_3_33"/>
          <p:cNvPicPr preferRelativeResize="0"/>
          <p:nvPr/>
        </p:nvPicPr>
        <p:blipFill rotWithShape="1">
          <a:blip r:embed="rId11">
            <a:alphaModFix/>
          </a:blip>
          <a:srcRect b="0" l="787" r="787" t="0"/>
          <a:stretch/>
        </p:blipFill>
        <p:spPr>
          <a:xfrm>
            <a:off x="35286075" y="7767150"/>
            <a:ext cx="7337100" cy="531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g397b107d5e8_3_33"/>
          <p:cNvPicPr preferRelativeResize="0"/>
          <p:nvPr/>
        </p:nvPicPr>
        <p:blipFill rotWithShape="1">
          <a:blip r:embed="rId12">
            <a:alphaModFix/>
          </a:blip>
          <a:srcRect b="0" l="3471" r="3471" t="0"/>
          <a:stretch/>
        </p:blipFill>
        <p:spPr>
          <a:xfrm>
            <a:off x="26408400" y="14582000"/>
            <a:ext cx="7019700" cy="419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g397b107d5e8_3_33"/>
          <p:cNvPicPr preferRelativeResize="0"/>
          <p:nvPr/>
        </p:nvPicPr>
        <p:blipFill rotWithShape="1">
          <a:blip r:embed="rId13">
            <a:alphaModFix/>
          </a:blip>
          <a:srcRect b="0" l="426" r="436" t="0"/>
          <a:stretch/>
        </p:blipFill>
        <p:spPr>
          <a:xfrm>
            <a:off x="33671250" y="15003488"/>
            <a:ext cx="4890600" cy="3113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g397b107d5e8_3_33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26482825" y="19788175"/>
            <a:ext cx="4732035" cy="48024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g397b107d5e8_3_33"/>
          <p:cNvSpPr txBox="1"/>
          <p:nvPr/>
        </p:nvSpPr>
        <p:spPr>
          <a:xfrm>
            <a:off x="1371600" y="18002250"/>
            <a:ext cx="1835100" cy="923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Arial"/>
              <a:buNone/>
            </a:pPr>
            <a:r>
              <a:rPr lang="en-US" sz="5400">
                <a:solidFill>
                  <a:schemeClr val="dk1"/>
                </a:solidFill>
              </a:rPr>
              <a:t>Data</a:t>
            </a:r>
            <a:endParaRPr b="0" i="0" sz="80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g397b107d5e8_3_33"/>
          <p:cNvSpPr txBox="1"/>
          <p:nvPr/>
        </p:nvSpPr>
        <p:spPr>
          <a:xfrm>
            <a:off x="953875" y="18950765"/>
            <a:ext cx="11495700" cy="6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Plant Village Dataset [2]</a:t>
            </a:r>
            <a:endParaRPr sz="3600">
              <a:solidFill>
                <a:schemeClr val="dk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~ 50k images across 38 classes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Built metadata from raw images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Introduced </a:t>
            </a:r>
            <a:r>
              <a:rPr b="1" lang="en-US" sz="3600">
                <a:solidFill>
                  <a:schemeClr val="dk1"/>
                </a:solidFill>
              </a:rPr>
              <a:t>leaf_id</a:t>
            </a:r>
            <a:r>
              <a:rPr lang="en-US" sz="3600">
                <a:solidFill>
                  <a:schemeClr val="dk1"/>
                </a:solidFill>
              </a:rPr>
              <a:t> to group images from the same leaf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 u="sng">
                <a:solidFill>
                  <a:schemeClr val="dk1"/>
                </a:solidFill>
              </a:rPr>
              <a:t>Leaf-level split</a:t>
            </a:r>
            <a:endParaRPr sz="3600" u="sng">
              <a:solidFill>
                <a:schemeClr val="dk1"/>
              </a:solidFill>
            </a:endParaRPr>
          </a:p>
          <a:p>
            <a: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Prevents data leakage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Avoids nearly identical images across splits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After Cleaning: ~42k images, 8k leaves, 31 classes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Notice some </a:t>
            </a:r>
            <a:r>
              <a:rPr lang="en-US" sz="3600">
                <a:solidFill>
                  <a:srgbClr val="434343"/>
                </a:solidFill>
              </a:rPr>
              <a:t>Class imbalance → accuracy not sufficient  </a:t>
            </a:r>
            <a:r>
              <a:rPr lang="en-US" sz="3600">
                <a:solidFill>
                  <a:schemeClr val="dk1"/>
                </a:solidFill>
              </a:rPr>
              <a:t>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19" name="Google Shape;119;g397b107d5e8_3_33"/>
          <p:cNvSpPr txBox="1"/>
          <p:nvPr/>
        </p:nvSpPr>
        <p:spPr>
          <a:xfrm>
            <a:off x="13321375" y="27292900"/>
            <a:ext cx="120354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marR="0" rtl="0" algn="l">
              <a:lnSpc>
                <a:spcPct val="115000"/>
              </a:lnSpc>
              <a:spcBef>
                <a:spcPts val="150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Designed to balance model capacity vs generalization 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Custom CNN with 4 convolutional blocks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Filters: 32 → 64 → 128 → 256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Each block: Conv + BatchNorm + ReLU + MaxPool</a:t>
            </a:r>
            <a:endParaRPr sz="3600">
              <a:solidFill>
                <a:schemeClr val="dk1"/>
              </a:solidFill>
            </a:endParaRPr>
          </a:p>
          <a:p>
            <a:pPr indent="-4572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○"/>
            </a:pPr>
            <a:r>
              <a:rPr lang="en-US" sz="3600">
                <a:solidFill>
                  <a:schemeClr val="dk1"/>
                </a:solidFill>
              </a:rPr>
              <a:t>Dropout used in fully connected layers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Input size: 128×128 RGB images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Output: Softmax over 31 classes</a:t>
            </a:r>
            <a:endParaRPr sz="13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400">
              <a:solidFill>
                <a:schemeClr val="dk1"/>
              </a:solidFill>
            </a:endParaRPr>
          </a:p>
        </p:txBody>
      </p:sp>
      <p:sp>
        <p:nvSpPr>
          <p:cNvPr id="120" name="Google Shape;120;g397b107d5e8_3_33"/>
          <p:cNvSpPr txBox="1"/>
          <p:nvPr/>
        </p:nvSpPr>
        <p:spPr>
          <a:xfrm>
            <a:off x="27589550" y="5818825"/>
            <a:ext cx="7019700" cy="1754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0B5394"/>
                </a:solidFill>
                <a:latin typeface="Arial"/>
                <a:ea typeface="Arial"/>
                <a:cs typeface="Arial"/>
                <a:sym typeface="Arial"/>
              </a:rPr>
              <a:t>Color Test (Clean Data):</a:t>
            </a:r>
            <a:r>
              <a:rPr b="1" lang="en-US" sz="3600">
                <a:solidFill>
                  <a:srgbClr val="CC0000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 b="1" sz="3600">
              <a:solidFill>
                <a:srgbClr val="CC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Accuracy: 0.96 </a:t>
            </a:r>
            <a:r>
              <a:rPr lang="en-US" sz="3600">
                <a:solidFill>
                  <a:srgbClr val="333333"/>
                </a:solidFill>
              </a:rPr>
              <a:t>|  </a:t>
            </a:r>
            <a:r>
              <a:rPr lang="en-US" sz="3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Macro-F1: 0.94</a:t>
            </a:r>
            <a:endParaRPr sz="3600">
              <a:solidFill>
                <a:srgbClr val="333333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spcBef>
                <a:spcPts val="750"/>
              </a:spcBef>
              <a:spcAft>
                <a:spcPts val="0"/>
              </a:spcAft>
              <a:buNone/>
            </a:pPr>
            <a:r>
              <a:t/>
            </a:r>
            <a:endParaRPr sz="1900">
              <a:solidFill>
                <a:srgbClr val="333333"/>
              </a:solidFill>
            </a:endParaRPr>
          </a:p>
        </p:txBody>
      </p:sp>
      <p:sp>
        <p:nvSpPr>
          <p:cNvPr id="121" name="Google Shape;121;g397b107d5e8_3_33"/>
          <p:cNvSpPr txBox="1"/>
          <p:nvPr/>
        </p:nvSpPr>
        <p:spPr>
          <a:xfrm>
            <a:off x="35097250" y="5683025"/>
            <a:ext cx="7019700" cy="1947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A61C00"/>
                </a:solidFill>
                <a:latin typeface="Arial"/>
                <a:ea typeface="Arial"/>
                <a:cs typeface="Arial"/>
                <a:sym typeface="Arial"/>
              </a:rPr>
              <a:t>Segmented Test (Shifted Data): </a:t>
            </a:r>
            <a:endParaRPr b="1" sz="3600">
              <a:solidFill>
                <a:srgbClr val="A61C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spcBef>
                <a:spcPts val="750"/>
              </a:spcBef>
              <a:spcAft>
                <a:spcPts val="750"/>
              </a:spcAft>
              <a:buNone/>
            </a:pPr>
            <a:r>
              <a:rPr lang="en-US" sz="3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Accuracy: 0.47 |</a:t>
            </a:r>
            <a:r>
              <a:rPr lang="en-US" sz="3600">
                <a:solidFill>
                  <a:srgbClr val="333333"/>
                </a:solidFill>
              </a:rPr>
              <a:t> </a:t>
            </a:r>
            <a:r>
              <a:rPr lang="en-US" sz="3600">
                <a:solidFill>
                  <a:srgbClr val="333333"/>
                </a:solidFill>
                <a:latin typeface="Arial"/>
                <a:ea typeface="Arial"/>
                <a:cs typeface="Arial"/>
                <a:sym typeface="Arial"/>
              </a:rPr>
              <a:t>Macro-F1: 0.30</a:t>
            </a:r>
            <a:endParaRPr sz="3600">
              <a:solidFill>
                <a:srgbClr val="333333"/>
              </a:solidFill>
            </a:endParaRPr>
          </a:p>
        </p:txBody>
      </p:sp>
      <p:sp>
        <p:nvSpPr>
          <p:cNvPr id="122" name="Google Shape;122;g397b107d5e8_3_33"/>
          <p:cNvSpPr txBox="1"/>
          <p:nvPr/>
        </p:nvSpPr>
        <p:spPr>
          <a:xfrm>
            <a:off x="26749200" y="13908350"/>
            <a:ext cx="76368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BF9000"/>
                </a:solidFill>
              </a:rPr>
              <a:t>Robustness Analysis:</a:t>
            </a:r>
            <a:endParaRPr sz="3600">
              <a:solidFill>
                <a:srgbClr val="BF9000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accent4"/>
              </a:solidFill>
            </a:endParaRPr>
          </a:p>
        </p:txBody>
      </p:sp>
      <p:sp>
        <p:nvSpPr>
          <p:cNvPr id="123" name="Google Shape;123;g397b107d5e8_3_33"/>
          <p:cNvSpPr txBox="1"/>
          <p:nvPr/>
        </p:nvSpPr>
        <p:spPr>
          <a:xfrm>
            <a:off x="26643450" y="19015488"/>
            <a:ext cx="78558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51C75"/>
                </a:solidFill>
              </a:rPr>
              <a:t>Calibration (Reliability) </a:t>
            </a:r>
            <a:endParaRPr b="1" sz="3600">
              <a:solidFill>
                <a:srgbClr val="351C75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accent4"/>
              </a:solidFill>
            </a:endParaRPr>
          </a:p>
        </p:txBody>
      </p:sp>
      <p:sp>
        <p:nvSpPr>
          <p:cNvPr id="124" name="Google Shape;124;g397b107d5e8_3_33"/>
          <p:cNvSpPr txBox="1"/>
          <p:nvPr/>
        </p:nvSpPr>
        <p:spPr>
          <a:xfrm>
            <a:off x="39017900" y="14187700"/>
            <a:ext cx="3813300" cy="419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- </a:t>
            </a:r>
            <a:r>
              <a:rPr lang="en-US" sz="3600">
                <a:solidFill>
                  <a:schemeClr val="dk1"/>
                </a:solidFill>
              </a:rPr>
              <a:t>R</a:t>
            </a:r>
            <a:r>
              <a:rPr lang="en-US" sz="3600">
                <a:solidFill>
                  <a:schemeClr val="dk1"/>
                </a:solidFill>
              </a:rPr>
              <a:t>obust to brightness &amp; contrast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- Degrades under blur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- Severe drop with noise</a:t>
            </a:r>
            <a:endParaRPr sz="13400">
              <a:solidFill>
                <a:schemeClr val="dk1"/>
              </a:solidFill>
            </a:endParaRPr>
          </a:p>
        </p:txBody>
      </p:sp>
      <p:sp>
        <p:nvSpPr>
          <p:cNvPr id="125" name="Google Shape;125;g397b107d5e8_3_33"/>
          <p:cNvSpPr txBox="1"/>
          <p:nvPr/>
        </p:nvSpPr>
        <p:spPr>
          <a:xfrm>
            <a:off x="27299389" y="7165650"/>
            <a:ext cx="65439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Confusion Matrix - </a:t>
            </a:r>
            <a:r>
              <a:rPr b="1" lang="en-US" sz="2400">
                <a:solidFill>
                  <a:schemeClr val="dk1"/>
                </a:solidFill>
              </a:rPr>
              <a:t>Color Test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6" name="Google Shape;126;g397b107d5e8_3_33"/>
          <p:cNvSpPr txBox="1"/>
          <p:nvPr/>
        </p:nvSpPr>
        <p:spPr>
          <a:xfrm>
            <a:off x="36013350" y="7165650"/>
            <a:ext cx="62451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400">
                <a:solidFill>
                  <a:schemeClr val="dk1"/>
                </a:solidFill>
              </a:rPr>
              <a:t>Confusion Matrix - Segmented</a:t>
            </a:r>
            <a:r>
              <a:rPr b="1" lang="en-US" sz="2400">
                <a:solidFill>
                  <a:schemeClr val="dk1"/>
                </a:solidFill>
              </a:rPr>
              <a:t> Test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400">
              <a:solidFill>
                <a:schemeClr val="dk1"/>
              </a:solidFill>
            </a:endParaRPr>
          </a:p>
        </p:txBody>
      </p:sp>
      <p:sp>
        <p:nvSpPr>
          <p:cNvPr id="127" name="Google Shape;127;g397b107d5e8_3_33"/>
          <p:cNvSpPr txBox="1"/>
          <p:nvPr/>
        </p:nvSpPr>
        <p:spPr>
          <a:xfrm>
            <a:off x="26890975" y="13018650"/>
            <a:ext cx="7855800" cy="1066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- </a:t>
            </a:r>
            <a:r>
              <a:rPr lang="en-US" sz="3600">
                <a:solidFill>
                  <a:schemeClr val="dk1"/>
                </a:solidFill>
              </a:rPr>
              <a:t>High performance on clean data.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28" name="Google Shape;128;g397b107d5e8_3_33"/>
          <p:cNvSpPr txBox="1"/>
          <p:nvPr/>
        </p:nvSpPr>
        <p:spPr>
          <a:xfrm>
            <a:off x="31414300" y="19663375"/>
            <a:ext cx="2574000" cy="5052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- Model is reasonably calibrated.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- Slight overconfidence at mid-confidence</a:t>
            </a:r>
            <a:endParaRPr sz="13300">
              <a:solidFill>
                <a:schemeClr val="dk1"/>
              </a:solidFill>
            </a:endParaRPr>
          </a:p>
        </p:txBody>
      </p:sp>
      <p:sp>
        <p:nvSpPr>
          <p:cNvPr id="129" name="Google Shape;129;g397b107d5e8_3_33"/>
          <p:cNvSpPr txBox="1"/>
          <p:nvPr/>
        </p:nvSpPr>
        <p:spPr>
          <a:xfrm>
            <a:off x="26299575" y="26126963"/>
            <a:ext cx="17236200" cy="31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Models trained on clean data fail under distribution shifts, revealing a significant generalization gap. 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Mixed-domain training significantly improves performance, showing that data diversity is key for real-world robustness. </a:t>
            </a:r>
            <a:endParaRPr sz="3600">
              <a:solidFill>
                <a:schemeClr val="dk1"/>
              </a:solidFill>
            </a:endParaRPr>
          </a:p>
          <a:p>
            <a:pPr indent="-457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Char char="●"/>
            </a:pPr>
            <a:r>
              <a:rPr lang="en-US" sz="3600">
                <a:solidFill>
                  <a:schemeClr val="dk1"/>
                </a:solidFill>
              </a:rPr>
              <a:t>Robustness evaluation is essential, as benchmark accuracy alone can be misleading in real-world settings. </a:t>
            </a:r>
            <a:endParaRPr sz="3600">
              <a:solidFill>
                <a:schemeClr val="dk1"/>
              </a:solidFill>
            </a:endParaRPr>
          </a:p>
        </p:txBody>
      </p:sp>
      <p:sp>
        <p:nvSpPr>
          <p:cNvPr id="130" name="Google Shape;130;g397b107d5e8_3_33"/>
          <p:cNvSpPr txBox="1"/>
          <p:nvPr/>
        </p:nvSpPr>
        <p:spPr>
          <a:xfrm>
            <a:off x="34842675" y="13017700"/>
            <a:ext cx="8693100" cy="60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- Severe drop under distribution shift</a:t>
            </a:r>
            <a:endParaRPr sz="13400">
              <a:solidFill>
                <a:schemeClr val="dk1"/>
              </a:solidFill>
            </a:endParaRPr>
          </a:p>
        </p:txBody>
      </p:sp>
      <p:sp>
        <p:nvSpPr>
          <p:cNvPr id="131" name="Google Shape;131;g397b107d5e8_3_33"/>
          <p:cNvSpPr/>
          <p:nvPr/>
        </p:nvSpPr>
        <p:spPr>
          <a:xfrm rot="5400000">
            <a:off x="35526925" y="17430400"/>
            <a:ext cx="6018600" cy="9229500"/>
          </a:xfrm>
          <a:prstGeom prst="round1Rect">
            <a:avLst>
              <a:gd fmla="val 16667" name="adj"/>
            </a:avLst>
          </a:prstGeom>
          <a:noFill/>
          <a:ln cap="flat" cmpd="sng" w="28575">
            <a:solidFill>
              <a:srgbClr val="674EA7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397b107d5e8_3_33"/>
          <p:cNvSpPr txBox="1"/>
          <p:nvPr/>
        </p:nvSpPr>
        <p:spPr>
          <a:xfrm>
            <a:off x="34842663" y="19006863"/>
            <a:ext cx="78558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600">
                <a:solidFill>
                  <a:srgbClr val="351C75"/>
                </a:solidFill>
              </a:rPr>
              <a:t>Generalization Improvement:</a:t>
            </a:r>
            <a:endParaRPr sz="3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solidFill>
                <a:schemeClr val="accent4"/>
              </a:solidFill>
            </a:endParaRPr>
          </a:p>
        </p:txBody>
      </p:sp>
      <p:pic>
        <p:nvPicPr>
          <p:cNvPr id="133" name="Google Shape;133;g397b107d5e8_3_33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33988300" y="19683226"/>
            <a:ext cx="5266925" cy="5233199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g397b107d5e8_3_33"/>
          <p:cNvSpPr txBox="1"/>
          <p:nvPr/>
        </p:nvSpPr>
        <p:spPr>
          <a:xfrm>
            <a:off x="39297750" y="19901975"/>
            <a:ext cx="3813300" cy="480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-</a:t>
            </a:r>
            <a:r>
              <a:rPr lang="en-US" sz="3500">
                <a:solidFill>
                  <a:schemeClr val="dk1"/>
                </a:solidFill>
              </a:rPr>
              <a:t>Mixed-domain training recovers performance under distribution shift.</a:t>
            </a:r>
            <a:endParaRPr sz="35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500">
                <a:solidFill>
                  <a:schemeClr val="dk1"/>
                </a:solidFill>
              </a:rPr>
              <a:t>- Strongly reduces the generalization gap</a:t>
            </a:r>
            <a:endParaRPr sz="3500">
              <a:solidFill>
                <a:schemeClr val="dk1"/>
              </a:solidFill>
            </a:endParaRPr>
          </a:p>
        </p:txBody>
      </p:sp>
      <p:sp>
        <p:nvSpPr>
          <p:cNvPr id="135" name="Google Shape;135;g397b107d5e8_3_33"/>
          <p:cNvSpPr txBox="1"/>
          <p:nvPr/>
        </p:nvSpPr>
        <p:spPr>
          <a:xfrm>
            <a:off x="13224325" y="6029100"/>
            <a:ext cx="12035400" cy="665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2700" rtl="0" algn="l">
              <a:lnSpc>
                <a:spcPct val="115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●</a:t>
            </a:r>
            <a:r>
              <a:rPr b="1" lang="en-US" sz="3600">
                <a:solidFill>
                  <a:schemeClr val="dk1"/>
                </a:solidFill>
              </a:rPr>
              <a:t>Hyperparameter Choice</a:t>
            </a:r>
            <a:r>
              <a:rPr lang="en-US" sz="3600">
                <a:solidFill>
                  <a:schemeClr val="dk1"/>
                </a:solidFill>
              </a:rPr>
              <a:t>:</a:t>
            </a:r>
            <a:endParaRPr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○Regularization</a:t>
            </a:r>
            <a:endParaRPr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○Convergence</a:t>
            </a:r>
            <a:endParaRPr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○Solver Type</a:t>
            </a:r>
            <a:endParaRPr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●</a:t>
            </a:r>
            <a:r>
              <a:rPr b="1" lang="en-US" sz="3600">
                <a:solidFill>
                  <a:schemeClr val="dk1"/>
                </a:solidFill>
              </a:rPr>
              <a:t>Test Process:</a:t>
            </a:r>
            <a:r>
              <a:rPr lang="en-US" sz="3600">
                <a:solidFill>
                  <a:schemeClr val="dk1"/>
                </a:solidFill>
              </a:rPr>
              <a:t> 192 Initial Candidates, 32 Final Candidates</a:t>
            </a:r>
            <a:endParaRPr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●</a:t>
            </a:r>
            <a:r>
              <a:rPr b="1" lang="en-US" sz="3600">
                <a:solidFill>
                  <a:schemeClr val="dk1"/>
                </a:solidFill>
              </a:rPr>
              <a:t>Best Candidate Accuracy: ~63.65%</a:t>
            </a:r>
            <a:endParaRPr b="1" sz="3600">
              <a:solidFill>
                <a:schemeClr val="dk1"/>
              </a:solidFill>
            </a:endParaRPr>
          </a:p>
          <a:p>
            <a:pPr indent="0" lvl="0" marL="12700" rtl="0" algn="l">
              <a:lnSpc>
                <a:spcPct val="13636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600">
                <a:solidFill>
                  <a:schemeClr val="dk1"/>
                </a:solidFill>
              </a:rPr>
              <a:t>●</a:t>
            </a:r>
            <a:r>
              <a:rPr b="1" lang="en-US" sz="3600">
                <a:solidFill>
                  <a:schemeClr val="dk1"/>
                </a:solidFill>
              </a:rPr>
              <a:t>Optimal Parameters:</a:t>
            </a:r>
            <a:r>
              <a:rPr lang="en-US" sz="3600">
                <a:solidFill>
                  <a:schemeClr val="dk1"/>
                </a:solidFill>
              </a:rPr>
              <a:t> SAGA solver, 0.05 convergence tolerance, regularization strength of 1</a:t>
            </a:r>
            <a:endParaRPr sz="3600">
              <a:solidFill>
                <a:schemeClr val="dk1"/>
              </a:solidFill>
            </a:endParaRPr>
          </a:p>
        </p:txBody>
      </p:sp>
      <p:grpSp>
        <p:nvGrpSpPr>
          <p:cNvPr id="136" name="Google Shape;136;g397b107d5e8_3_33"/>
          <p:cNvGrpSpPr/>
          <p:nvPr/>
        </p:nvGrpSpPr>
        <p:grpSpPr>
          <a:xfrm>
            <a:off x="14205482" y="12773550"/>
            <a:ext cx="9507800" cy="4196400"/>
            <a:chOff x="13548600" y="13016775"/>
            <a:chExt cx="9507800" cy="4196400"/>
          </a:xfrm>
        </p:grpSpPr>
        <p:sp>
          <p:nvSpPr>
            <p:cNvPr id="137" name="Google Shape;137;g397b107d5e8_3_33"/>
            <p:cNvSpPr/>
            <p:nvPr/>
          </p:nvSpPr>
          <p:spPr>
            <a:xfrm>
              <a:off x="13548600" y="13016775"/>
              <a:ext cx="2574000" cy="4196400"/>
            </a:xfrm>
            <a:prstGeom prst="roundRect">
              <a:avLst>
                <a:gd fmla="val 16667" name="adj"/>
              </a:avLst>
            </a:prstGeom>
            <a:solidFill>
              <a:srgbClr val="E6B8AF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/>
                <a:t>192 Candidate Models</a:t>
              </a:r>
              <a:endParaRPr sz="3600"/>
            </a:p>
          </p:txBody>
        </p:sp>
        <p:sp>
          <p:nvSpPr>
            <p:cNvPr id="138" name="Google Shape;138;g397b107d5e8_3_33"/>
            <p:cNvSpPr/>
            <p:nvPr/>
          </p:nvSpPr>
          <p:spPr>
            <a:xfrm>
              <a:off x="17288650" y="13644375"/>
              <a:ext cx="2027700" cy="2941200"/>
            </a:xfrm>
            <a:prstGeom prst="roundRect">
              <a:avLst>
                <a:gd fmla="val 16667" name="adj"/>
              </a:avLst>
            </a:prstGeom>
            <a:solidFill>
              <a:srgbClr val="DD7E6B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/>
                <a:t>32 Final Models</a:t>
              </a:r>
              <a:endParaRPr sz="3600"/>
            </a:p>
          </p:txBody>
        </p:sp>
        <p:sp>
          <p:nvSpPr>
            <p:cNvPr id="139" name="Google Shape;139;g397b107d5e8_3_33"/>
            <p:cNvSpPr/>
            <p:nvPr/>
          </p:nvSpPr>
          <p:spPr>
            <a:xfrm>
              <a:off x="20482400" y="14010075"/>
              <a:ext cx="2574000" cy="2209800"/>
            </a:xfrm>
            <a:prstGeom prst="roundRect">
              <a:avLst>
                <a:gd fmla="val 16667" name="adj"/>
              </a:avLst>
            </a:prstGeom>
            <a:solidFill>
              <a:srgbClr val="E06666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3600">
                  <a:solidFill>
                    <a:srgbClr val="161617"/>
                  </a:solidFill>
                </a:rPr>
                <a:t>Optimal Model (Baseline)</a:t>
              </a:r>
              <a:endParaRPr sz="3600"/>
            </a:p>
          </p:txBody>
        </p:sp>
      </p:grpSp>
      <p:cxnSp>
        <p:nvCxnSpPr>
          <p:cNvPr id="140" name="Google Shape;140;g397b107d5e8_3_33"/>
          <p:cNvCxnSpPr/>
          <p:nvPr/>
        </p:nvCxnSpPr>
        <p:spPr>
          <a:xfrm flipH="1" rot="10800000">
            <a:off x="14964175" y="17394425"/>
            <a:ext cx="8555700" cy="600"/>
          </a:xfrm>
          <a:prstGeom prst="straightConnector1">
            <a:avLst/>
          </a:prstGeom>
          <a:noFill/>
          <a:ln cap="flat" cmpd="sng" w="76200">
            <a:solidFill>
              <a:srgbClr val="434343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1" name="Google Shape;141;g397b107d5e8_3_33"/>
          <p:cNvSpPr txBox="1"/>
          <p:nvPr/>
        </p:nvSpPr>
        <p:spPr>
          <a:xfrm>
            <a:off x="15031475" y="17557600"/>
            <a:ext cx="7855800" cy="8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800">
                <a:solidFill>
                  <a:schemeClr val="dk1"/>
                </a:solidFill>
              </a:rPr>
              <a:t>Hyperparameter Tuning</a:t>
            </a:r>
            <a:endParaRPr sz="3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NCState-Presentation-36x48">
  <a:themeElements>
    <a:clrScheme name="NC State Colors">
      <a:dk1>
        <a:srgbClr val="1A1718"/>
      </a:dk1>
      <a:lt1>
        <a:srgbClr val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NCState-Presentation-36x48">
  <a:themeElements>
    <a:clrScheme name="NC State Colors">
      <a:dk1>
        <a:srgbClr val="1A1718"/>
      </a:dk1>
      <a:lt1>
        <a:srgbClr val="FFFFFF"/>
      </a:lt1>
      <a:dk2>
        <a:srgbClr val="313133"/>
      </a:dk2>
      <a:lt2>
        <a:srgbClr val="DFE0E1"/>
      </a:lt2>
      <a:accent1>
        <a:srgbClr val="D7002A"/>
      </a:accent1>
      <a:accent2>
        <a:srgbClr val="175AA3"/>
      </a:accent2>
      <a:accent3>
        <a:srgbClr val="ACB519"/>
      </a:accent3>
      <a:accent4>
        <a:srgbClr val="B4001C"/>
      </a:accent4>
      <a:accent5>
        <a:srgbClr val="FFE04C"/>
      </a:accent5>
      <a:accent6>
        <a:srgbClr val="E0703C"/>
      </a:accent6>
      <a:hlink>
        <a:srgbClr val="4299B7"/>
      </a:hlink>
      <a:folHlink>
        <a:srgbClr val="175AA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2025-10-17T18:13:44Z</dcterms:created>
  <dc:creator>Sultanus Salehin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0x0101000DE64AEEDD9B7A4D93545ACBE97D4615</vt:lpwstr>
  </property>
</Properties>
</file>